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69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2.png"/><Relationship Id="rId7" Type="http://schemas.openxmlformats.org/officeDocument/2006/relationships/image" Target="../media/image4.png"/><Relationship Id="rId8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ln w="25400">
            <a:solidFill>
              <a:srgbClr val="16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11480" y="905256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576072" y="896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CHALLENGE 04  ·  SMART MANUFACTURING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064" y="1481328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28615" y="2635614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Affordable real-time machine health and energy monitoring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for SME manufacturers.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" y="3740967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icons/dolla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8221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33272" y="378668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3901255"/>
            <a:ext cx="2971800" cy="65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of commercial monitoring cost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199988" y="3703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icons/zap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80147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32332" y="373775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795172" y="3997679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health + energy data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74473" y="3719075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icons/shield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400" y="3827309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58756" y="373536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914017" y="3908937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AI, not a black-box alert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" y="5289125"/>
            <a:ext cx="948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6FA78F"/>
                </a:solidFill>
                <a:latin typeface="Segoe UI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Vinit Shinde (Team Lead)
Harsh Vyavahare
Dipak Mane
Shivam Sapkal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SME factories run blind on energy and machine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3829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of India's total energy is used by industry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3829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₹15–25k+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cost of a commercial monitoring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6" y="2382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large factories covered by India's PAT energy scheme — SMEs are not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What this means day to day on the factory floor: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480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Machines fail without warning — the first sign of trouble is often a breakdown.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waste goes unnoticed until the monthly electricity bill arrives.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No affordable way to know which machine, or which fault, is costing the most.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dollar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21865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Commercial SCADA / monitoring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Priced for large industry (₹15,000–25,000+ per point). Out of reach for SMEs.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8251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users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21865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Government energy schemes (PAT)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Only covers ~900 large "Designated Consumers." The entire MSME segment sits outside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1323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tool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4381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Reactive, not predictive — a technician finds out after something has already gone wrong.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38251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barchart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438107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Basic IoT dashboards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Show raw numbers, but don't explain why an alert fired or what to actually do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Our Solution — MachineSense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low-cost sensor node plus an explainable AI engine that tells a factory owner exactly what's wrong, what it's costing, and what to do next.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Segoe UI"/>
              </a:rPr>
              <a:t>Retrofits any existing machine — no replacement, no PLC needed.</a:t>
            </a:r>
          </a:p>
          <a:p>
            <a:r>
              <a:rPr>
                <a:latin typeface="Segoe UI"/>
              </a:rPr>
              <a:t>Costs under ₹2,500 per machine, versus ₹15,000–25,000+ commercially.</a:t>
            </a:r>
          </a:p>
          <a:p>
            <a:r>
              <a:rPr>
                <a:latin typeface="Segoe UI"/>
              </a:rPr>
              <a:t>Now integrated with Schneider Electric PowerLogic™ meters for enterprise-grade reliability.</a:t>
            </a:r>
          </a:p>
          <a:p>
            <a:r>
              <a:rPr>
                <a:latin typeface="Segoe UI"/>
              </a:rPr>
              <a:t>Now integrated with Schneider Electric PowerLogic™ meters for enterprise-grade reliability.</a:t>
            </a:r>
          </a:p>
          <a:p>
            <a:r>
              <a:rPr>
                <a:latin typeface="Segoe UI"/>
              </a:rPr>
              <a:t>Catches mechanical wear and energy waste before the monthly bill or a breakdown reveals it.</a:t>
            </a:r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537960" y="2944368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719" y="3075127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7804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Every alert explains itself (which signal, how much) instead of an unexplained warning light — and the system is allowed to act on its own only for safe, reversible actions like switching on a cooling fan.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400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icons/activ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5377404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1272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34290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36118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772" y="5377404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976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0990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64008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65836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3" descr="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572" y="5377404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694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0708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93726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95554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4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3372" y="5377404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412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How MachineSense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End-to-end data flow, from the machine to the 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9" y="26888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sensors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Current, voltage, vibration, temperature, RPM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59943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569" y="26888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3951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Sensor node (ESP32 &amp; Schneider Harmony Hub)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23951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Sends readings over Wi-Fi / MQTT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072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841248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857707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2" descr="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209" y="268888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715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21715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Computes cost, runs anomaly detection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916168" y="3429000"/>
            <a:ext cx="0" cy="45720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182880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199339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529" y="4266225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3347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63347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Stores every reading and alert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4334256"/>
            <a:ext cx="42062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667512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6"/>
          <p:cNvSpPr/>
          <p:nvPr/>
        </p:nvSpPr>
        <p:spPr>
          <a:xfrm>
            <a:off x="683971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4" descr="icons/bar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849" y="4266225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7979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7979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Pushed to the dashboard instantly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035040" y="4892040"/>
            <a:ext cx="0" cy="41148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0"/>
          <p:cNvSpPr/>
          <p:nvPr/>
        </p:nvSpPr>
        <p:spPr>
          <a:xfrm>
            <a:off x="3108960" y="53035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45C4B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1"/>
          <p:cNvSpPr/>
          <p:nvPr/>
        </p:nvSpPr>
        <p:spPr>
          <a:xfrm>
            <a:off x="3273552" y="5550408"/>
            <a:ext cx="512064" cy="512064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Image 5" descr="icons/target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689" y="5683545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913632" y="5413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3913632" y="577900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Status, explained alerts, cost, remaining-life estimate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ESP32 Sensors + Schneider PM5000 Modbus Meters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2350008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87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FastAPI backend (HTTP, MQTT + Modbus TCP ingestion)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68880" y="3145536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457200" y="328269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930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282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Anomaly detection + power/cost service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468880" y="3941064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57200" y="4078224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28853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078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PostgreSQL + WebSocket broadcast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468880" y="4736592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7200" y="4873752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4" descr="icons/gri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0840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 dashboard (multi-machine)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4"/>
          <p:cNvSpPr txBox="1"/>
          <p:nvPr/>
        </p:nvSpPr>
        <p:spPr>
          <a:xfrm>
            <a:off x="69037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FastAPI, Uvicorn, SQLAlchemy 2.0, Alembic, asyncpg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PostgreSQL, MQTT (aiomqtt), WebSockets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90372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ANALYTICS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NumPy, SciPy — MAD-based anomaly detection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0372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 19, TypeScript, Vite, react-router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6903720" y="5449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TESTING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pytest, pytest-asyncio, httpx — 47 tests passing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health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Vibration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Main signal for catching bearing wear early — ~50% of motor failures start here.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Temperature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Rising heat with no load change signals friction or overload.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Current + RPM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machine drawing more current or running slower than baseline hints at mechanical resistance.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49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Detection method: median + MAD statistical baseline, with debounce logic so a single noisy reading never fires a false alert.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0052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 cost tracking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Real power, accumulated kWh, and ₹ cost — updated every few seconds.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SEC per good unit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Specific Energy Consumption (energy ÷ good units) — the real measure of efficiency, not raw kWh.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Day-to-day comparison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Explains output changes using idle time, slow-running periods, and health alerts — not just a number.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498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“Day 2 made 30% fewer good units than Day 1 despite equal run time — 42 minutes of unplanned stops, correlated with a vibration warning.”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The AI Decision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What makes this genuinely different from a sensor-plus-dashboard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2648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5" y="229112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953512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649" y="2291121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98064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28616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38928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294376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513" y="2291121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479792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635240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377" y="22911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0344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820656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9976104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9241" y="2291121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" y="3587191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258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Shown on the dashboard only — all readings normal.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429768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45262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6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3587191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66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person is notified; the decision to act stays human.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813816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DD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836676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7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519" y="3587191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06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Safe, reversible action only — e.g. auto on/off a cooling fan when a machine overheats, saving energy, never touching the core machine itself.</a:t>
            </a:r>
            <a:endParaRPr lang="en-US" sz="98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Why it's novel: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most hackathon monitoring projects stop at a red/green light. MachineSense explains every alert in plain language and is the only tier allowed to act — safely — on its own.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Live Dashboard — Working Prototype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Not a mockup — this is the actual running application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4343400"/>
          </a:xfrm>
          <a:prstGeom prst="roundRect">
            <a:avLst>
              <a:gd name="adj" fmla="val 2105"/>
            </a:avLst>
          </a:prstGeom>
          <a:solidFill>
            <a:srgbClr val="0E1512"/>
          </a:solidFill>
          <a:ln/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crops/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368" y="2011680"/>
            <a:ext cx="10844784" cy="4069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Cost per machine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MachineSense Hybrid Node (ESP32 + Schneider)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FD9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₹1,800 – 2,500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Commercial monitoring system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D7D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₹15,000 – 25,000+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Open-source, free-to-use stack: FastAPI, React, PostgreSQL, MQTT — no licensing cost at any scale.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1" descr="icons/glob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Already supports multiple machines, each with its own independent baseline.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fleet overview page lets one operator watch an entire factory at a glance.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Roadmap: one sensor inferring many machines (NILM), and shared learning across whole factory clusters via federated learning — without any factory's raw data leaving its building.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205813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8–12×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cheaper than commercial monitoring,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5371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604" y="205813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5371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fault detection, days before failure — not after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9419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trenddo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084" y="2058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unplanned downtime and energy waste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40169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SME factory owners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Affordable visibility previously reserved for large industry.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operators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Clear, explained alerts instead of unexplained red lights.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India's energy goals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path for efficiency gains to reach the MSME segment PAT doesn't cover.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icon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39" y="401695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2376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583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Cuts industrial energy waste at the source.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Brings affordable smart-monitoring infrastructure to SMEs.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12 — Responsible Consumption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Reduces wasted energy and material per unit produced.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clock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Remaining-useful-life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LSTM/Transformer models to predict days until service, not just Normal/Warning.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branch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91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Factories improve one shared fault-detection model without ever sharing raw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cpu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On-device AI (TinyML)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Fault detection running on the sensor node itself — works even without internet.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9828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32688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grid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639" y="205099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Digital twin view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live visual model of the machine, not just line charts.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Every sensor, every model, and every automated action exists to close the gap between “something changed” and “exactly why, and what to do about it.”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Team MachineSense  ·  Yuva Yodha Energy Tech Hackathon 2026  ·  Challenge 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1334</Words>
  <Application>Microsoft Office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Vinit Shinde</cp:lastModifiedBy>
  <cp:revision>2</cp:revision>
  <dcterms:created xsi:type="dcterms:W3CDTF">2026-10-04T06:35:18Z</dcterms:created>
  <dcterms:modified xsi:type="dcterms:W3CDTF">2026-10-04T07:07:05Z</dcterms:modified>
</cp:coreProperties>
</file>